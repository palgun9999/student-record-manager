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64013-0816-4691-A3B4-0916B5A77F6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CE83D-FE18-404A-A585-ED772946C4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10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CE83D-FE18-404A-A585-ED772946C4B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1A05-B4E9-D65E-0E1C-D7718CBA0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B7957-1225-531D-735D-C298D09BE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0989-593E-0FB5-EF0B-0C97DEF0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F872B-76D3-B458-8710-C365C5DD5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80CF9-0913-1BCB-7688-917A4F16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06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7914-2DCD-FA81-83AC-DBAEB1DD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4AD8-8A1A-5CD2-4F30-A08485BC4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2D8DB-9DDE-F60A-70AC-BB893A47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3CBE-3F7D-4F2F-DCAF-D678403D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91EE-5DFC-1E94-621E-E7A3F844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5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A987-87E6-E6FB-8D4A-6CD91C15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12266-2AAA-3A06-A14A-13AB7BCFD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EB185-B9D4-A004-6364-2C08B08B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4CC36-41AA-4372-37E6-8F83F86E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7EE30-75A2-21E7-EF20-79A610EC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17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100E-6E96-9DF7-67EA-6F7E0C20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FA25-70B9-3CE3-6201-43BC40D7F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E88F6-A0FB-3EAE-3FBB-BAE30D080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F82D2-6FDD-7FA4-4381-BC0C5C7E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0FC4A-7415-0B32-0337-8D8FA888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B5072-2D39-EF97-E22B-ABD3568E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231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9FCD-F8D1-C48F-E542-79685DA3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7BE5E-BBB6-C0F9-0D9B-34FD9BE94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663B5-1900-90F0-B6A4-82CCF5786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713FE-FE71-12B8-BAC5-630296E5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18869-360D-542C-4545-A38A9207D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453CA-05C3-C59C-343E-6D288F45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E42A4-0F4F-C095-0B47-12994FBD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A1944-F8DE-2A18-1B72-7C956292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6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E8AA-8B40-C5AA-A963-68D3DFEC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9E2D4-51A7-610F-E0A9-CE9D3B92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6312E-A9D2-AB19-250A-4C0AAB09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2C6F4-2B29-3B6F-95E7-0EBA85E3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6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3ECBB-FDA8-4897-961F-8A115AA8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4DF4F-D575-6EF4-C0D2-552640EC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C0D00-5F9C-F24E-8AD8-BF63B988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5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537C-D7E2-BC19-6130-81446C49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CB0C3-439E-F1FC-E151-3C647F7CB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23387-55D2-3AFF-A028-D5E7F4BC9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72312-3947-2553-BEA2-BCB88B4C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C58A-92E4-8A79-4F87-6824F1EC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97C8E-E3A4-68FC-ED66-D8A73B9B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318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0F42-F27D-B1EC-7E83-7118EEAB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9C4ED-5C4A-2422-EE32-869A0A96B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9B371-6B5F-3000-28B9-DA360DE1C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809BB-92C2-F913-E1A1-C4C3AA3F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C2F53-3824-560A-C330-3F5C2286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02424-70E0-F48F-0736-86FE2B42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89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2333-9B66-EC5B-C1D6-BFC53D8B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28EC8-183B-C6E5-C948-3EEF2F511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E434F-7B5B-B67C-1A5E-490B868C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B1BC-21BA-5FCA-922F-0805E14C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533-5442-E0B4-74F9-B98C5255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41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B376F-F29D-6263-CB16-FA2509565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52D00-7A06-3412-0426-99D451917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C32A2-773B-773F-28C4-AFF351F0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FA92B-4E75-C7D0-67D2-2C07A75B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5067-1356-C567-4C53-638E416C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2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r="80000" b="8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9EB7EB-A702-BDC9-7D51-0ED18F5C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F0B6B-A1AB-5A3C-76CD-1E2618EE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6AD12-AF5E-C25E-58E8-FE0E25B25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1CE31-0CD6-43CC-9B73-5F257B82782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99121-BC37-470A-CE50-F1E410E63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8F96-982E-A639-10EF-3617D69AC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CB676-F563-4C56-B8F3-E33147CE3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3AED7-95A3-EDEC-EB6E-610B4285DE08}"/>
              </a:ext>
            </a:extLst>
          </p:cNvPr>
          <p:cNvSpPr txBox="1"/>
          <p:nvPr/>
        </p:nvSpPr>
        <p:spPr>
          <a:xfrm>
            <a:off x="941832" y="4548134"/>
            <a:ext cx="3094117" cy="1128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Course Instructor: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1600" b="1" dirty="0"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  <a:t>K.SYAMALA KALYANI,M.TECH</a:t>
            </a:r>
            <a:endParaRPr lang="en-US" sz="3200" b="1" dirty="0">
              <a:latin typeface="STKaiti" panose="02010600040101010101" pitchFamily="2" charset="-122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1600" b="1" dirty="0"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  <a:t>ASSISTANT PROFESSOR, </a:t>
            </a:r>
            <a:endParaRPr lang="en-US" sz="3200" b="1" dirty="0">
              <a:latin typeface="STKaiti" panose="02010600040101010101" pitchFamily="2" charset="-122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1600" b="1" dirty="0"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  <a:t>AIML DEPTARTMENT.</a:t>
            </a:r>
            <a:endParaRPr lang="en-IN" sz="16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92948-2846-25C8-FC69-04F21E1E130F}"/>
              </a:ext>
            </a:extLst>
          </p:cNvPr>
          <p:cNvSpPr txBox="1"/>
          <p:nvPr/>
        </p:nvSpPr>
        <p:spPr>
          <a:xfrm>
            <a:off x="7461504" y="4215190"/>
            <a:ext cx="35317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Presented by:</a:t>
            </a:r>
          </a:p>
          <a:p>
            <a:r>
              <a:rPr lang="en-US" sz="2000" dirty="0"/>
              <a:t>25B11AI241 (D.R.PALGUN)</a:t>
            </a:r>
          </a:p>
          <a:p>
            <a:r>
              <a:rPr lang="en-US" sz="2000" dirty="0"/>
              <a:t>25B11AI581 (K.BALA ADITYA</a:t>
            </a:r>
            <a:r>
              <a:rPr lang="en-IN" sz="2000" dirty="0"/>
              <a:t>)</a:t>
            </a:r>
          </a:p>
          <a:p>
            <a:r>
              <a:rPr lang="en-IN" sz="2000" dirty="0"/>
              <a:t>25B11AI361 (G.DILEEP)</a:t>
            </a:r>
          </a:p>
          <a:p>
            <a:r>
              <a:rPr lang="en-IN" sz="2000" dirty="0"/>
              <a:t>25B11AI765 (M.MOHITH NAIK)</a:t>
            </a:r>
            <a:endParaRPr lang="en-US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52DDA-70D6-DFF8-C896-6AEE68C422EC}"/>
              </a:ext>
            </a:extLst>
          </p:cNvPr>
          <p:cNvSpPr/>
          <p:nvPr/>
        </p:nvSpPr>
        <p:spPr>
          <a:xfrm>
            <a:off x="2488890" y="1834226"/>
            <a:ext cx="7772400" cy="11281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Student Record Manager</a:t>
            </a:r>
            <a:endParaRPr lang="en-IN" sz="36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9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9C458F40-8A66-E187-A0AE-CE7D9A978E8C}"/>
              </a:ext>
            </a:extLst>
          </p:cNvPr>
          <p:cNvSpPr txBox="1">
            <a:spLocks/>
          </p:cNvSpPr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Abstract 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&amp; Objectives 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Planned Modules / Functions 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Inputs &amp; Expected Outputs 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Algorithm 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Flowchart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CC3744-B11A-FEA0-8546-FD3E8027E826}"/>
              </a:ext>
            </a:extLst>
          </p:cNvPr>
          <p:cNvSpPr/>
          <p:nvPr/>
        </p:nvSpPr>
        <p:spPr>
          <a:xfrm>
            <a:off x="3995928" y="420624"/>
            <a:ext cx="3502152" cy="6492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19307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FA321-3D93-5EA2-2860-39441B72A2A0}"/>
              </a:ext>
            </a:extLst>
          </p:cNvPr>
          <p:cNvSpPr txBox="1"/>
          <p:nvPr/>
        </p:nvSpPr>
        <p:spPr>
          <a:xfrm>
            <a:off x="6391656" y="5760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DFD2A0-5A4A-C137-F48D-257D2ABE0F41}"/>
              </a:ext>
            </a:extLst>
          </p:cNvPr>
          <p:cNvSpPr/>
          <p:nvPr/>
        </p:nvSpPr>
        <p:spPr>
          <a:xfrm>
            <a:off x="4344924" y="436126"/>
            <a:ext cx="3502152" cy="6492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Abstract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88C9BA-504D-5FAD-BDBE-BD7F1D6AA56C}"/>
              </a:ext>
            </a:extLst>
          </p:cNvPr>
          <p:cNvSpPr/>
          <p:nvPr/>
        </p:nvSpPr>
        <p:spPr>
          <a:xfrm>
            <a:off x="910166" y="2162988"/>
            <a:ext cx="10371667" cy="3433479"/>
          </a:xfrm>
          <a:prstGeom prst="roundRect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project presents the design and implementation of a Student Record Management System using Object-Oriented Programming (OOP) principles in C++.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system models real-world academic entities such as Student, Course, and Faculty as classes, applying core OOP concepts including encapsulation , inheritance, polymorphism, and abstraction.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application supports functionalities such as adding, updating, deleting, searching, and displaying student records, along with grade calculation and result report generation.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project serves as a practical demonstration of applying theoretical OOP concepts to solve a real-world data management problem.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1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53EE6C53-7FE3-C4BA-5B89-ACC9EA982CEA}"/>
              </a:ext>
            </a:extLst>
          </p:cNvPr>
          <p:cNvSpPr/>
          <p:nvPr/>
        </p:nvSpPr>
        <p:spPr>
          <a:xfrm>
            <a:off x="3560995" y="453059"/>
            <a:ext cx="5070009" cy="6492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Issue Description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7AA93E-ABEE-9FF1-6C91-75338F177214}"/>
              </a:ext>
            </a:extLst>
          </p:cNvPr>
          <p:cNvSpPr/>
          <p:nvPr/>
        </p:nvSpPr>
        <p:spPr>
          <a:xfrm>
            <a:off x="745067" y="2167467"/>
            <a:ext cx="10862733" cy="372533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redundancy and inconsistency due to manual entry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Difficulty in searching, updating, or retrieving specific student records quickly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Lack of data security, as physical records can be lost, damaged, or accessed by unauthorized persons.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Time-consuming report generation (e.g., calculating grades, attendance summaries)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structured way to maintain relationships between students, courses, and faculty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Poor scalability — manual systems become unmanageable as the number of students grows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67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856154E-D52E-57A8-2424-CB061518DD6C}"/>
              </a:ext>
            </a:extLst>
          </p:cNvPr>
          <p:cNvSpPr/>
          <p:nvPr/>
        </p:nvSpPr>
        <p:spPr>
          <a:xfrm>
            <a:off x="1158008" y="1550770"/>
            <a:ext cx="4163800" cy="250502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Student (Base data class):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Details()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Details()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Roll No()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Roll No()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Name()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Name()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DOB()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DOB()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Contact()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Contact()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Set Address()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Address()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 Student()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File Format()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File Format()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D27437E7-77DC-5899-E2C1-8668423CE146}"/>
              </a:ext>
            </a:extLst>
          </p:cNvPr>
          <p:cNvSpPr/>
          <p:nvPr/>
        </p:nvSpPr>
        <p:spPr>
          <a:xfrm>
            <a:off x="6656831" y="1550770"/>
            <a:ext cx="4558283" cy="2340433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Academic Record (inherits or has-a Student):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Marks(subject, marks)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Marks(subject, marks)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Total()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Percentage()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Grade()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CGPA()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 Result()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234324A-5EC7-7564-34EC-750715AFAC60}"/>
              </a:ext>
            </a:extLst>
          </p:cNvPr>
          <p:cNvSpPr/>
          <p:nvPr/>
        </p:nvSpPr>
        <p:spPr>
          <a:xfrm>
            <a:off x="1005840" y="4487310"/>
            <a:ext cx="4379976" cy="1426679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Attendance Manager: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Mark Attendance(roll No, date, status)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Attendance Percentage(roll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View Attendance Record(roll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Low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AttendanceList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392C9113-49D2-F706-DBA6-E612DD6F3A18}"/>
              </a:ext>
            </a:extLst>
          </p:cNvPr>
          <p:cNvSpPr/>
          <p:nvPr/>
        </p:nvSpPr>
        <p:spPr>
          <a:xfrm>
            <a:off x="6656831" y="4407407"/>
            <a:ext cx="4878323" cy="1540764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Fee Manager: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Record Fee Payment(roll No, amount, date)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Pending Fee(roll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Fee Receipt(roll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 Fee History(roll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4E14F9-5F36-E8D3-5D36-7D06E8818924}"/>
              </a:ext>
            </a:extLst>
          </p:cNvPr>
          <p:cNvSpPr/>
          <p:nvPr/>
        </p:nvSpPr>
        <p:spPr>
          <a:xfrm>
            <a:off x="2853045" y="306755"/>
            <a:ext cx="7229391" cy="8046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Planed modules/functions</a:t>
            </a:r>
          </a:p>
        </p:txBody>
      </p:sp>
    </p:spTree>
    <p:extLst>
      <p:ext uri="{BB962C8B-B14F-4D97-AF65-F5344CB8AC3E}">
        <p14:creationId xmlns:p14="http://schemas.microsoft.com/office/powerpoint/2010/main" val="369248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AE7B129-AD08-7673-1450-156AED79791C}"/>
              </a:ext>
            </a:extLst>
          </p:cNvPr>
          <p:cNvSpPr/>
          <p:nvPr/>
        </p:nvSpPr>
        <p:spPr>
          <a:xfrm>
            <a:off x="2853045" y="306755"/>
            <a:ext cx="7229391" cy="8046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Planed modules/functions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31ECCDA9-B4F6-4611-D775-30BCC6989F99}"/>
              </a:ext>
            </a:extLst>
          </p:cNvPr>
          <p:cNvSpPr/>
          <p:nvPr/>
        </p:nvSpPr>
        <p:spPr>
          <a:xfrm>
            <a:off x="991295" y="1867100"/>
            <a:ext cx="4504480" cy="187823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Admin / User: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login(username, password)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logout()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New Admin()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Password()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Check Access Level()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357E9801-0FED-71C6-FF1D-92C425CE30DA}"/>
              </a:ext>
            </a:extLst>
          </p:cNvPr>
          <p:cNvSpPr/>
          <p:nvPr/>
        </p:nvSpPr>
        <p:spPr>
          <a:xfrm>
            <a:off x="7027645" y="1838806"/>
            <a:ext cx="4173060" cy="1850798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Menu / UI Controller: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Show Main Menu()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Show Admin Menu()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Show Student Menu()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Handle User Choice()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Exit System()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5157F84-59B7-49FE-06BA-0165DABF1E91}"/>
              </a:ext>
            </a:extLst>
          </p:cNvPr>
          <p:cNvSpPr/>
          <p:nvPr/>
        </p:nvSpPr>
        <p:spPr>
          <a:xfrm>
            <a:off x="4266968" y="4271110"/>
            <a:ext cx="4401544" cy="187823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Report Generator: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Student Report(roll No)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Class Report(class)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 To File(format)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e.g., CSV/PDF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 Topper List()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89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FA979EC-1C23-EAF2-0B1F-8104CD4F349B}"/>
              </a:ext>
            </a:extLst>
          </p:cNvPr>
          <p:cNvSpPr/>
          <p:nvPr/>
        </p:nvSpPr>
        <p:spPr>
          <a:xfrm>
            <a:off x="3732334" y="352475"/>
            <a:ext cx="4727331" cy="68079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Inputs &amp; outputs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892FDD16-8886-5C62-5F85-AA52F817CEEE}"/>
              </a:ext>
            </a:extLst>
          </p:cNvPr>
          <p:cNvSpPr/>
          <p:nvPr/>
        </p:nvSpPr>
        <p:spPr>
          <a:xfrm>
            <a:off x="550222" y="2770632"/>
            <a:ext cx="2758440" cy="3054096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Ravi Kumar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DOB: 12-05-2005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Contact: 9876543210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Address: Bobbili, AP</a:t>
            </a:r>
          </a:p>
          <a:p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 Student Added Successfully ---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Ravi Kumar 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DOB: 12-05-2005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Contact: 9876543210  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Address: Bobbili, AP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C5884775-00B7-87C9-662A-6FE787BE5F36}"/>
              </a:ext>
            </a:extLst>
          </p:cNvPr>
          <p:cNvSpPr/>
          <p:nvPr/>
        </p:nvSpPr>
        <p:spPr>
          <a:xfrm>
            <a:off x="550222" y="1929384"/>
            <a:ext cx="2758440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Student: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0C9C31F1-DD46-7B98-27CD-8EE3BB1C825B}"/>
              </a:ext>
            </a:extLst>
          </p:cNvPr>
          <p:cNvSpPr/>
          <p:nvPr/>
        </p:nvSpPr>
        <p:spPr>
          <a:xfrm>
            <a:off x="4003606" y="1929384"/>
            <a:ext cx="3220154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Academic Record Module: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841AB95E-660A-040F-0549-057E75AFFECF}"/>
              </a:ext>
            </a:extLst>
          </p:cNvPr>
          <p:cNvSpPr/>
          <p:nvPr/>
        </p:nvSpPr>
        <p:spPr>
          <a:xfrm>
            <a:off x="4003606" y="2624328"/>
            <a:ext cx="3220154" cy="3054096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Subject: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Marks: 85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Subject: Science   Marks: 78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Subject: English   Marks: 90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 Academic Result ---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Ravi Kumar</a:t>
            </a:r>
          </a:p>
          <a:p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85  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Science: 78  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English: 90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Total: 253 / 300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Percentage: 84.33%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Grade: A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6EB8742D-D4C3-41C1-D450-DDA1A5A5834E}"/>
              </a:ext>
            </a:extLst>
          </p:cNvPr>
          <p:cNvSpPr/>
          <p:nvPr/>
        </p:nvSpPr>
        <p:spPr>
          <a:xfrm>
            <a:off x="7918704" y="1929384"/>
            <a:ext cx="3364992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Attendance Manager Module:</a:t>
            </a:r>
            <a:endParaRPr lang="en-IN" b="1" dirty="0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270D0B78-2BDE-71BD-F596-BC2491D75427}"/>
              </a:ext>
            </a:extLst>
          </p:cNvPr>
          <p:cNvSpPr/>
          <p:nvPr/>
        </p:nvSpPr>
        <p:spPr>
          <a:xfrm>
            <a:off x="7918704" y="3287268"/>
            <a:ext cx="3364992" cy="2020824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Date: 26-08-2026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Status: Present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Attendance marked: Present (26-08-2026)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 Attendance Summary ---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 | Total Days: 50 | Present: 46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Attendance %: 92.00%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9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44E067F-D99D-45E9-F911-925F50BF724C}"/>
              </a:ext>
            </a:extLst>
          </p:cNvPr>
          <p:cNvSpPr/>
          <p:nvPr/>
        </p:nvSpPr>
        <p:spPr>
          <a:xfrm>
            <a:off x="3732334" y="352475"/>
            <a:ext cx="4727331" cy="68079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Inputs &amp; outputs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8EC7387D-CE64-DFB0-A39C-51652097B37E}"/>
              </a:ext>
            </a:extLst>
          </p:cNvPr>
          <p:cNvSpPr/>
          <p:nvPr/>
        </p:nvSpPr>
        <p:spPr>
          <a:xfrm>
            <a:off x="550222" y="4565142"/>
            <a:ext cx="2997650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Admin: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61A2E385-CC9A-C7D3-6BF7-DFE3C5E7F585}"/>
              </a:ext>
            </a:extLst>
          </p:cNvPr>
          <p:cNvSpPr/>
          <p:nvPr/>
        </p:nvSpPr>
        <p:spPr>
          <a:xfrm>
            <a:off x="550222" y="5180076"/>
            <a:ext cx="2997650" cy="1362456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Username: admin </a:t>
            </a:r>
          </a:p>
          <a:p>
            <a:r>
              <a:rPr lang="en-I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Password: admin123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Login successful. Welcome, admin!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Access Level: Full Control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96EBA228-6FB0-A267-2108-4EFD14833CDA}"/>
              </a:ext>
            </a:extLst>
          </p:cNvPr>
          <p:cNvSpPr/>
          <p:nvPr/>
        </p:nvSpPr>
        <p:spPr>
          <a:xfrm>
            <a:off x="4133146" y="1929384"/>
            <a:ext cx="3317690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Menu: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EDE3ED7-115E-2815-45E7-A466A640C42F}"/>
              </a:ext>
            </a:extLst>
          </p:cNvPr>
          <p:cNvSpPr/>
          <p:nvPr/>
        </p:nvSpPr>
        <p:spPr>
          <a:xfrm>
            <a:off x="4133146" y="2747772"/>
            <a:ext cx="3317690" cy="2930652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Add Student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View Student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Update Record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Delete Record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Attendance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Fees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 Reports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8. Exit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Enter choice: 2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Enter Roll No to view: 101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[Displays student record as shown above]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Returning to Main Menu...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8350ECB9-BC3C-D8AA-E2CD-D12A507060A1}"/>
              </a:ext>
            </a:extLst>
          </p:cNvPr>
          <p:cNvSpPr/>
          <p:nvPr/>
        </p:nvSpPr>
        <p:spPr>
          <a:xfrm>
            <a:off x="8036110" y="1929384"/>
            <a:ext cx="3317690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Report Generator Module:</a:t>
            </a: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33675E12-B522-93D2-C67B-2B260C4FA01B}"/>
              </a:ext>
            </a:extLst>
          </p:cNvPr>
          <p:cNvSpPr/>
          <p:nvPr/>
        </p:nvSpPr>
        <p:spPr>
          <a:xfrm>
            <a:off x="8036110" y="2747772"/>
            <a:ext cx="2997650" cy="2510028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Report for Class: 10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 Class 10 Report ---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 | Name        | Percentage | Attendance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101     | Ravi Kumar  | 84.33%     | 92%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102     | Priya Sharma| 91.20%     | 88%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...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Topper: Priya Sharma (91.20%)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Report exported to: class10_report.csv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762D7399-E62F-2917-FB0C-29CB2D01180B}"/>
              </a:ext>
            </a:extLst>
          </p:cNvPr>
          <p:cNvSpPr/>
          <p:nvPr/>
        </p:nvSpPr>
        <p:spPr>
          <a:xfrm>
            <a:off x="475517" y="1579626"/>
            <a:ext cx="3364992" cy="530352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Fee Manager Module:</a:t>
            </a:r>
            <a:endParaRPr lang="en-IN" b="1" dirty="0"/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C72D75BE-5630-DF6B-94D8-1A2CD13F8776}"/>
              </a:ext>
            </a:extLst>
          </p:cNvPr>
          <p:cNvSpPr/>
          <p:nvPr/>
        </p:nvSpPr>
        <p:spPr>
          <a:xfrm>
            <a:off x="475517" y="2327148"/>
            <a:ext cx="3364992" cy="2020824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Amount Paid: 5000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Date: 20-08-2026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 Fee Receipt ---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No: 101 | Name: Ravi Kumar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Amount Paid: ₹5000 | Date: 20-08-2026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Pending Balance: ₹2000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41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014199-DD24-12DD-589B-70FDBDA8EBF6}"/>
              </a:ext>
            </a:extLst>
          </p:cNvPr>
          <p:cNvSpPr/>
          <p:nvPr/>
        </p:nvSpPr>
        <p:spPr>
          <a:xfrm>
            <a:off x="4131197" y="251891"/>
            <a:ext cx="3929605" cy="5253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Algorithm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5FC74B-47F3-1AC3-E4AA-E1EAEA420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7008"/>
            <a:ext cx="12192000" cy="564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3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EC207F7-1290-FEEC-33D3-24F58D53E8EE}"/>
              </a:ext>
            </a:extLst>
          </p:cNvPr>
          <p:cNvSpPr/>
          <p:nvPr/>
        </p:nvSpPr>
        <p:spPr>
          <a:xfrm>
            <a:off x="4131197" y="251891"/>
            <a:ext cx="3929605" cy="5253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Flow 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83C7B-6CAE-2280-FE20-AE03F6C93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252728"/>
            <a:ext cx="12185522" cy="56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2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B02C905-682D-342A-D16A-94C411D2AF6E}"/>
              </a:ext>
            </a:extLst>
          </p:cNvPr>
          <p:cNvSpPr/>
          <p:nvPr/>
        </p:nvSpPr>
        <p:spPr>
          <a:xfrm>
            <a:off x="3717614" y="389051"/>
            <a:ext cx="5305411" cy="5253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Team contribution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4FC153-7F9D-73E4-5B6F-71803DB3F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152"/>
            <a:ext cx="12192000" cy="56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AC88B0F-2070-5E4B-62DB-816976BC6073}"/>
              </a:ext>
            </a:extLst>
          </p:cNvPr>
          <p:cNvSpPr/>
          <p:nvPr/>
        </p:nvSpPr>
        <p:spPr>
          <a:xfrm>
            <a:off x="4131197" y="251891"/>
            <a:ext cx="3929605" cy="5253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00206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Conclusion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8168E4-96D1-1059-5C9F-546D2DC3795F}"/>
              </a:ext>
            </a:extLst>
          </p:cNvPr>
          <p:cNvSpPr/>
          <p:nvPr/>
        </p:nvSpPr>
        <p:spPr>
          <a:xfrm>
            <a:off x="910166" y="1755648"/>
            <a:ext cx="10371667" cy="3840819"/>
          </a:xfrm>
          <a:prstGeom prst="roundRect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The </a:t>
            </a: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Student Record Manager</a:t>
            </a: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 provides a systematic and efficient way to manage student information using </a:t>
            </a: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Object-Oriented Programming in C++</a:t>
            </a: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. It combines modules such as student records, academic performance, attendance, fee management, reports, and user administration into one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The project demonstrates important OOP concepts such as </a:t>
            </a: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classes, objects, encapsulation, inheritance, and file handling</a:t>
            </a: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. It reduces manual record management, improves data organization, and makes accessing and updating student information easier.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Overall, the system provides a </a:t>
            </a: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simple, reliable, and user-friendly solution for managing student records</a:t>
            </a:r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 and can be further enhanced with a database, web interface, and additional features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98668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2211F-91D6-9C8C-A4BE-321F88965BF1}"/>
              </a:ext>
            </a:extLst>
          </p:cNvPr>
          <p:cNvSpPr txBox="1"/>
          <p:nvPr/>
        </p:nvSpPr>
        <p:spPr>
          <a:xfrm>
            <a:off x="3433861" y="2551176"/>
            <a:ext cx="53242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528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279</TotalTime>
  <Words>987</Words>
  <Application>Microsoft Office PowerPoint</Application>
  <PresentationFormat>Widescreen</PresentationFormat>
  <Paragraphs>171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STKaiti</vt:lpstr>
      <vt:lpstr>Algerian</vt:lpstr>
      <vt:lpstr>Aptos</vt:lpstr>
      <vt:lpstr>Aptos Display</vt:lpstr>
      <vt:lpstr>Arial</vt:lpstr>
      <vt:lpstr>Arial Rounded MT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Palgun Roy</dc:creator>
  <cp:lastModifiedBy>Palgun Roy</cp:lastModifiedBy>
  <cp:revision>4</cp:revision>
  <dcterms:created xsi:type="dcterms:W3CDTF">2026-08-25T04:08:35Z</dcterms:created>
  <dcterms:modified xsi:type="dcterms:W3CDTF">2026-08-26T16:21:14Z</dcterms:modified>
</cp:coreProperties>
</file>